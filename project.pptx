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74" r:id="rId6"/>
    <p:sldId id="260" r:id="rId7"/>
    <p:sldId id="263" r:id="rId8"/>
    <p:sldId id="261" r:id="rId9"/>
    <p:sldId id="265" r:id="rId10"/>
    <p:sldId id="264" r:id="rId11"/>
    <p:sldId id="266" r:id="rId12"/>
    <p:sldId id="269" r:id="rId13"/>
    <p:sldId id="267" r:id="rId14"/>
    <p:sldId id="268" r:id="rId15"/>
    <p:sldId id="270" r:id="rId16"/>
    <p:sldId id="271" r:id="rId17"/>
    <p:sldId id="273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is an analysis of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historical movie data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to identify patterns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financial success and positive audience reception.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company has come up with a new studio where they intend to create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They are new to the movie creation space and therefore need to know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type of films that are doing the best at the box office.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help the head of the company’s new studio decide on the type of films to create.</a:t>
            </a: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DF4D1-39F4-1E63-28FA-7F0FAC2A2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0F88-1783-EE4B-3BD8-84CFD1BF5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project aims to 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analyze historical movie data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to identify patterns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financial success and positive audience reception.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be through the use of  box office performance and audience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ratings.</a:t>
            </a:r>
          </a:p>
        </p:txBody>
      </p:sp>
    </p:spTree>
    <p:extLst>
      <p:ext uri="{BB962C8B-B14F-4D97-AF65-F5344CB8AC3E}">
        <p14:creationId xmlns:p14="http://schemas.microsoft.com/office/powerpoint/2010/main" val="2045292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well recognized sources of data ensured that different facets of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film production were considered, hence a well-rounded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A0C1-7AE2-9B29-35B5-BE5D92F4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ED1-A07C-9C66-9656-A4AB0B29A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dataset contains box office revenue data for movies.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These are movies that were  released domestically and internationally.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6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85B-F8B4-EC0B-DD03-CC31D08F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IMDB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51DC1-78B7-A386-E8E8-EA609A4E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IMDB data is stored in a SQLite database.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database contains multiple </a:t>
            </a:r>
            <a:r>
              <a:rPr lang="en-US" dirty="0" err="1"/>
              <a:t>tables;however</a:t>
            </a:r>
            <a:r>
              <a:rPr lang="en-US" dirty="0"/>
              <a:t> this analysis focuses on: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movie_basics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b)  </a:t>
            </a:r>
            <a:r>
              <a:rPr lang="en-US" dirty="0" err="1"/>
              <a:t>movie_ratings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592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5876-999F-09EB-2F5A-CE0211C0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663DC-29F6-41CB-5C92-0D2049ACE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TMDB dataset provides detailed information about movies,</a:t>
            </a:r>
          </a:p>
          <a:p>
            <a:pPr marL="0" indent="0">
              <a:buNone/>
            </a:pPr>
            <a:r>
              <a:rPr lang="en-US" dirty="0"/>
              <a:t> including popularity metrics and audience ratings.</a:t>
            </a:r>
          </a:p>
          <a:p>
            <a:r>
              <a:rPr lang="en-US" dirty="0"/>
              <a:t> This dataset perfectly complements the IMDB and Box Office Mojo</a:t>
            </a:r>
          </a:p>
          <a:p>
            <a:pPr marL="0" indent="0">
              <a:buNone/>
            </a:pPr>
            <a:r>
              <a:rPr lang="en-US" dirty="0"/>
              <a:t>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882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532C6-14E9-121C-12CC-3EF372DD4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029"/>
            <a:ext cx="10515600" cy="4985657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</a:t>
            </a:r>
            <a:r>
              <a:rPr lang="en-US" sz="4800" dirty="0">
                <a:solidFill>
                  <a:schemeClr val="accent4">
                    <a:lumMod val="75000"/>
                  </a:schemeClr>
                </a:solidFill>
              </a:rPr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26137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12F02-B76B-411A-41A3-CFB779B7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Prioritize High Grossing Genres</a:t>
            </a:r>
            <a:br>
              <a:rPr lang="en-US" dirty="0"/>
            </a:b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56592-4799-1B75-8AF4-01901E072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prioritize producing films in these genres, particularly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for early releases, to maximize return on investment and attract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audiences.</a:t>
            </a:r>
          </a:p>
          <a:p>
            <a:pPr marL="0" indent="0">
              <a:buNone/>
            </a:pPr>
            <a:endParaRPr lang="en-US" sz="24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4028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5D72-2416-B45F-B948-05A03417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Invest in quality to drive revenue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93337-DB3A-8B05-5847-1984B6E26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Allocate budget toward strong scripts, experienced directors,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higher production quality to improve audience satisfaction rather than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focusing solely on quantity of releases.</a:t>
            </a:r>
          </a:p>
        </p:txBody>
      </p:sp>
    </p:spTree>
    <p:extLst>
      <p:ext uri="{BB962C8B-B14F-4D97-AF65-F5344CB8AC3E}">
        <p14:creationId xmlns:p14="http://schemas.microsoft.com/office/powerpoint/2010/main" val="3286068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EB96-F72C-9C20-89D7-9F66B8907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 Target Optimal Movie Runtime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9B97E-EB9F-7D6F-6A36-C9F46B883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aim to keep most productions over the 120 minute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range to balance storytelling, viewer attention, and production costs.</a:t>
            </a:r>
          </a:p>
        </p:txBody>
      </p:sp>
    </p:spTree>
    <p:extLst>
      <p:ext uri="{BB962C8B-B14F-4D97-AF65-F5344CB8AC3E}">
        <p14:creationId xmlns:p14="http://schemas.microsoft.com/office/powerpoint/2010/main" val="17286164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F754A-ED9F-D10D-CEEA-B0D595B8D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Learning From Top Studios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9A0E9-8B33-9757-4622-3876C9F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study their genre focus, franchise development,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marketing tactics and consider even partnerships or niche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differentiation.</a:t>
            </a:r>
          </a:p>
        </p:txBody>
      </p:sp>
    </p:spTree>
    <p:extLst>
      <p:ext uri="{BB962C8B-B14F-4D97-AF65-F5344CB8AC3E}">
        <p14:creationId xmlns:p14="http://schemas.microsoft.com/office/powerpoint/2010/main" val="3162715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9CE9-3446-EFCC-8AC3-AF877D9B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Use Popularity Driven Data To Guide Greenlighting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CA4F-1D4F-7C07-E1E5-6D2F83E2F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incorporate pre-release popularity signals (social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buzz, early screenings, trailers, online engagement) into decision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-making when selecting projects.</a:t>
            </a:r>
          </a:p>
        </p:txBody>
      </p:sp>
    </p:spTree>
    <p:extLst>
      <p:ext uri="{BB962C8B-B14F-4D97-AF65-F5344CB8AC3E}">
        <p14:creationId xmlns:p14="http://schemas.microsoft.com/office/powerpoint/2010/main" val="3037102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C14B4-E8B8-6C37-D786-A9DD692D9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Align Genre With Production Planning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50AB-4732-7BB1-D329-82552677C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head of the studio and the executive should plan budgets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schedules according to genre expectations (e.g., longer runtimes for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action, adventure and Sci-fi).</a:t>
            </a:r>
          </a:p>
        </p:txBody>
      </p:sp>
    </p:spTree>
    <p:extLst>
      <p:ext uri="{BB962C8B-B14F-4D97-AF65-F5344CB8AC3E}">
        <p14:creationId xmlns:p14="http://schemas.microsoft.com/office/powerpoint/2010/main" val="1724323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1623</TotalTime>
  <Words>529</Words>
  <Application>Microsoft Office PowerPoint</Application>
  <PresentationFormat>Widescreen</PresentationFormat>
  <Paragraphs>85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Objectives</vt:lpstr>
      <vt:lpstr>Key questions</vt:lpstr>
      <vt:lpstr>Data Understanding</vt:lpstr>
      <vt:lpstr>Data overview</vt:lpstr>
      <vt:lpstr>Box Office Mojo Dataset</vt:lpstr>
      <vt:lpstr>IMDB dataset</vt:lpstr>
      <vt:lpstr>The Movie Database</vt:lpstr>
      <vt:lpstr>                      RECOMMENDATIONS</vt:lpstr>
      <vt:lpstr>Prioritize High Grossing Genres </vt:lpstr>
      <vt:lpstr>Invest in quality to drive revenue </vt:lpstr>
      <vt:lpstr> Target Optimal Movie Runtime </vt:lpstr>
      <vt:lpstr>Learning From Top Studios </vt:lpstr>
      <vt:lpstr>Use Popularity Driven Data To Guide Greenlighting </vt:lpstr>
      <vt:lpstr>Align Genre With Production Planning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5</cp:revision>
  <dcterms:created xsi:type="dcterms:W3CDTF">2026-02-01T15:10:53Z</dcterms:created>
  <dcterms:modified xsi:type="dcterms:W3CDTF">2026-02-02T19:35:25Z</dcterms:modified>
</cp:coreProperties>
</file>