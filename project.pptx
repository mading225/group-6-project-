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60" r:id="rId6"/>
    <p:sldId id="263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93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Key questions</vt:lpstr>
      <vt:lpstr>Data Understanding</vt:lpstr>
      <vt:lpstr>Data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1</cp:revision>
  <dcterms:created xsi:type="dcterms:W3CDTF">2026-02-01T15:10:53Z</dcterms:created>
  <dcterms:modified xsi:type="dcterms:W3CDTF">2026-02-01T16:13:33Z</dcterms:modified>
</cp:coreProperties>
</file>