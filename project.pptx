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60" r:id="rId6"/>
    <p:sldId id="263" r:id="rId7"/>
    <p:sldId id="261" r:id="rId8"/>
    <p:sldId id="265" r:id="rId9"/>
    <p:sldId id="264" r:id="rId10"/>
    <p:sldId id="266" r:id="rId11"/>
    <p:sldId id="269" r:id="rId12"/>
    <p:sldId id="267" r:id="rId13"/>
    <p:sldId id="268" r:id="rId14"/>
    <p:sldId id="270" r:id="rId15"/>
    <p:sldId id="271" r:id="rId16"/>
    <p:sldId id="273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is an analysis of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historical movie data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to identify patterns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</a:rPr>
              <a:t>financial success and positive audience reception.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company has come up with a new studio where they intend to create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They are new to the movie creation space and therefore need to know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type of films that are doing the best at the box office.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help the head of the company’s new studio decide on the type of films to create.</a:t>
            </a: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dataset contains box office revenue data for movies.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IMDB data is stored in a SQLite database.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database contains multiple </a:t>
            </a:r>
            <a:r>
              <a:rPr lang="en-US" dirty="0" err="1"/>
              <a:t>tables;however</a:t>
            </a:r>
            <a:r>
              <a:rPr lang="en-US" dirty="0"/>
              <a:t> this analysis focuses on: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movie_basics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b)  </a:t>
            </a:r>
            <a:r>
              <a:rPr lang="en-US" dirty="0" err="1"/>
              <a:t>movie_ratings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/>
              <a:t> including popularity metrics and audience ratings.</a:t>
            </a:r>
          </a:p>
          <a:p>
            <a:r>
              <a:rPr lang="en-US" dirty="0"/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/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492</Words>
  <Application>Microsoft Office PowerPoint</Application>
  <PresentationFormat>Widescreen</PresentationFormat>
  <Paragraphs>79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4</cp:revision>
  <dcterms:created xsi:type="dcterms:W3CDTF">2026-02-01T15:10:53Z</dcterms:created>
  <dcterms:modified xsi:type="dcterms:W3CDTF">2026-02-02T19:23:20Z</dcterms:modified>
</cp:coreProperties>
</file>