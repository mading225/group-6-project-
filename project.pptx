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9" r:id="rId3"/>
    <p:sldId id="258" r:id="rId4"/>
    <p:sldId id="262" r:id="rId5"/>
    <p:sldId id="260" r:id="rId6"/>
    <p:sldId id="263" r:id="rId7"/>
    <p:sldId id="261" r:id="rId8"/>
    <p:sldId id="265" r:id="rId9"/>
    <p:sldId id="264" r:id="rId10"/>
    <p:sldId id="266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B047E4-A087-34E1-543B-AA9342AE00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6B0ABE-A58B-3F8C-4926-913D0F6FCC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87F0D6-F688-CB6C-7C71-CE1A14217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B78766-F237-A75E-6298-A0C02AB66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15C6F0-888D-1212-B797-4C18FFF8E8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03541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737F0-486F-FC87-9DA8-4CADAAE80B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825631-D99F-FD7D-4EC8-97F8E261C8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3389BB-25C5-FDE8-8CAE-7B2305FAE9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9DF7C2-AB8B-B385-B97C-ACD9B062A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A6C469-4853-696E-2BC2-C4BCC7259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30278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E701C-D90C-6AF4-7916-CB9C1A728E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D8F98E-223E-183C-F9C5-F1A816118F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DADC46-83A7-F0CD-7528-C9C0C75F32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C64006-AF4C-0FF2-72D9-02407332B3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7C1B21-095C-DC12-4318-0C852F3D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4494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16967-44D1-32DB-53A0-2A9C9A0577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BDDF83-A9FD-DE9D-B2BD-039EA96B33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830F6A-A546-B0A3-1CB2-D61534416E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C28216-1D64-0038-8441-3BBE94E7B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4C16A6-152D-7D1F-5B89-7C095AD6F1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F7A5A0-4F65-23E7-1808-4077C26513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87250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DC16E9-A9B3-A4FD-1405-CE36F54741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CA9CAF-68F0-4FF1-82E0-753A7031D0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026FDC-6402-A797-D9F6-3F2A4D3031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3B3BDF1-4E0C-6240-CCB0-6EC3727AE2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5A3A898-DC7C-186B-1D05-F0F5A09B18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6A62226-21E8-EC2A-6804-4B2C2D1F96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B1B2CE-987F-1C77-8E83-CECDB35E8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E628BE-4531-27DD-8EF6-C50C690B0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38426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318784-AC9A-E8B9-9914-6237C95B4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8982FE2-B0C1-B6C1-344F-F5D9DE07CF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0AC09C-1680-61EB-FC6B-50D59A0329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1CD414-C14F-3C1D-597E-A0788EB4BF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95357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47A019E-D37E-665B-F34B-7D8DB9AD70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FB7C12A-C080-1F56-25E9-0AE9AB7F4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318F26-4389-5475-2801-07CBA16D28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906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45780-68ED-509D-FD8F-F7658A748B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ACCCE9-5C97-4E73-0542-F3C322A3F2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C577B9-6335-28BD-2B6E-BFCC1CFD28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C83F29-1A4B-523C-2A39-5681FEBDD6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811C84-7FE4-AED7-3399-0774AAC72C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FD78C3-680A-55E8-0F8C-B8A03EEBA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51600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F0AA72-B08F-976C-1976-0D8BD3DB2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6C0DAAC-93CC-280F-49A8-33947B1A55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0814CF-45E9-6DA9-FBDE-4D4D5961B5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AA61BC-22B2-81F3-D923-3C027D880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5758C6-CCF2-33F1-60E9-A7DF174FEF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6EE5B1-64DA-0411-ABCE-5FED9CB72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5467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AC650-4AFE-D40B-C26B-D549B9686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4D0B83-BA18-39B0-896D-1CBC2F115E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B18D87-609E-6D2A-DC16-4C15B1477A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848BE2-662B-EE26-71DB-68E668D8E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3539FE-FB83-1BEF-B501-0D2D50A8E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75532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2E930CE-5853-2BF3-93C7-1A1A5B8267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202F7C-0AA4-6234-8CA8-9CAAC40C37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6285E5-7BC7-A6A3-9093-C54F382DD8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BD1CF7-36BB-D33D-BD0F-EF75F6300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F0EABB-100D-01CD-16EC-8DB099C68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7875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EEACC05-AD85-6794-9A45-4052636D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4974F6-5813-269D-922A-3B3BCBCD43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5FE833-47CE-642C-292C-0D954ADAD6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C621AE-5B42-4648-A89A-32428412D878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43045C-61CB-A3B5-DC32-2A9AEBF937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3886D4-A111-0031-1495-6FEEC036EE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81319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allpaperflare.com/cinema-film-projector-filmstrip-media-cinema-strip-movie-wallpaper-wadpk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mdb.com/" TargetMode="External"/><Relationship Id="rId2" Type="http://schemas.openxmlformats.org/officeDocument/2006/relationships/hyperlink" Target="https://www.boxofficemojo.com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themoviedb.org/" TargetMode="Externa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021E499-515B-A4FB-3CE3-D802AFC06C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0" y="-4186"/>
            <a:ext cx="12192000" cy="6866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21343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560D2-6F04-9605-FD4B-1BFD9CDCA2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85257" y="1948543"/>
            <a:ext cx="9144000" cy="2547257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FILM GENRE ANALYSIS TO INFORM FILM PRODUCTION DECISIONS</a:t>
            </a:r>
          </a:p>
        </p:txBody>
      </p:sp>
    </p:spTree>
    <p:extLst>
      <p:ext uri="{BB962C8B-B14F-4D97-AF65-F5344CB8AC3E}">
        <p14:creationId xmlns:p14="http://schemas.microsoft.com/office/powerpoint/2010/main" val="13804376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A545AF-09FC-CC0F-3139-27FF88EC0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DC8078-D317-BA1C-2A53-71A8575F41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83389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AFBC99-BF2B-37EF-B2DD-8F31F08E8E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Business understanding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D3CEBB-A70F-6288-854F-2BE5DF6A8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>
              <a:solidFill>
                <a:schemeClr val="tx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142499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2B72D6-3363-1B04-74DF-DE5E69DE08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Key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698DB5-3EEA-19F1-5596-08077B0295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2"/>
                </a:solidFill>
              </a:rPr>
              <a:t>Which movie genres consistently perform best at the box office?</a:t>
            </a:r>
          </a:p>
          <a:p>
            <a:endParaRPr lang="en-US" dirty="0">
              <a:solidFill>
                <a:schemeClr val="tx2"/>
              </a:solidFill>
            </a:endParaRPr>
          </a:p>
          <a:p>
            <a:r>
              <a:rPr lang="en-US" dirty="0">
                <a:solidFill>
                  <a:schemeClr val="tx2"/>
                </a:solidFill>
              </a:rPr>
              <a:t>How does audience reception (ratings and engagement) relate to financial success?</a:t>
            </a:r>
          </a:p>
          <a:p>
            <a:endParaRPr lang="en-US" dirty="0">
              <a:solidFill>
                <a:schemeClr val="tx2"/>
              </a:solidFill>
            </a:endParaRPr>
          </a:p>
          <a:p>
            <a:r>
              <a:rPr lang="en-US" dirty="0">
                <a:solidFill>
                  <a:schemeClr val="tx2"/>
                </a:solidFill>
              </a:rPr>
              <a:t>What movie characteristics (such as runtime or release trends) are most associated with successful films?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8462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B40EC-EC06-F0DC-D881-96E402A0AE3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Data Understanding</a:t>
            </a:r>
          </a:p>
        </p:txBody>
      </p:sp>
    </p:spTree>
    <p:extLst>
      <p:ext uri="{BB962C8B-B14F-4D97-AF65-F5344CB8AC3E}">
        <p14:creationId xmlns:p14="http://schemas.microsoft.com/office/powerpoint/2010/main" val="40196871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B7B792-4B1C-524A-7937-279E4F5E8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Data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2B7F5A-2490-5A08-25F9-613BC4EC57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This analysis made use of 3 key datasets;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  <a:hlinkClick r:id="rId2"/>
              </a:rPr>
              <a:t>https://www.boxofficemojo.com/</a:t>
            </a: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  <a:hlinkClick r:id="rId3"/>
              </a:rPr>
              <a:t>https://www.imdb.com/</a:t>
            </a: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  <a:hlinkClick r:id="rId4"/>
              </a:rPr>
              <a:t>https://www.themoviedb.org/</a:t>
            </a: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endParaRPr lang="en-US" dirty="0">
              <a:solidFill>
                <a:schemeClr val="tx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25377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DA0C1-7AE2-9B29-35B5-BE5D92F4E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Box Office Mojo 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41AED1-A07C-9C66-9656-A4AB0B29A4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dataset contains box office revenue data for movies.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These are movies that were  released domestically and internationally.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92622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0E85B-F8B4-EC0B-DD03-CC31D08FAD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IMDB 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B51DC1-78B7-A386-E8E8-EA609A4E32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IMDB data is stored in a SQLite database. 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The database contains multiple </a:t>
            </a:r>
            <a:r>
              <a:rPr lang="en-US" dirty="0" err="1"/>
              <a:t>tables;however</a:t>
            </a:r>
            <a:r>
              <a:rPr lang="en-US" dirty="0"/>
              <a:t> this analysis focuses on:</a:t>
            </a:r>
          </a:p>
          <a:p>
            <a:pPr marL="0" indent="0">
              <a:buNone/>
            </a:pPr>
            <a:endParaRPr lang="en-US" dirty="0"/>
          </a:p>
          <a:p>
            <a:pPr marL="514350" indent="-514350">
              <a:buFont typeface="+mj-lt"/>
              <a:buAutoNum type="alphaLcParenR"/>
            </a:pPr>
            <a:r>
              <a:rPr lang="en-US" dirty="0" err="1"/>
              <a:t>movie_basics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b)  </a:t>
            </a:r>
            <a:r>
              <a:rPr lang="en-US" dirty="0" err="1"/>
              <a:t>movie_ratings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45927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B15876-999F-09EB-2F5A-CE0211C0BC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The Movie Database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8663DC-29F6-41CB-5C92-0D2049ACEB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TMDB dataset provides detailed information about movies,</a:t>
            </a:r>
          </a:p>
          <a:p>
            <a:pPr marL="0" indent="0">
              <a:buNone/>
            </a:pPr>
            <a:r>
              <a:rPr lang="en-US" dirty="0"/>
              <a:t> including popularity metrics and audience ratings.</a:t>
            </a:r>
          </a:p>
          <a:p>
            <a:r>
              <a:rPr lang="en-US" dirty="0"/>
              <a:t> This dataset perfectly complements the IMDB and Box Office Mojo</a:t>
            </a:r>
          </a:p>
          <a:p>
            <a:pPr marL="0" indent="0">
              <a:buNone/>
            </a:pPr>
            <a:r>
              <a:rPr lang="en-US" dirty="0"/>
              <a:t> datasets.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08828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</TotalTime>
  <Words>183</Words>
  <Application>Microsoft Office PowerPoint</Application>
  <PresentationFormat>Widescreen</PresentationFormat>
  <Paragraphs>32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Wingdings</vt:lpstr>
      <vt:lpstr>Office Theme</vt:lpstr>
      <vt:lpstr>PowerPoint Presentation</vt:lpstr>
      <vt:lpstr>FILM GENRE ANALYSIS TO INFORM FILM PRODUCTION DECISIONS</vt:lpstr>
      <vt:lpstr>Overview</vt:lpstr>
      <vt:lpstr>Business understanding</vt:lpstr>
      <vt:lpstr>Key questions</vt:lpstr>
      <vt:lpstr>Data Understanding</vt:lpstr>
      <vt:lpstr>Data overview</vt:lpstr>
      <vt:lpstr>Box Office Mojo Dataset</vt:lpstr>
      <vt:lpstr>IMDB dataset</vt:lpstr>
      <vt:lpstr>The Movie Database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hp</dc:creator>
  <cp:lastModifiedBy>hp</cp:lastModifiedBy>
  <cp:revision>2</cp:revision>
  <dcterms:created xsi:type="dcterms:W3CDTF">2026-02-01T15:10:53Z</dcterms:created>
  <dcterms:modified xsi:type="dcterms:W3CDTF">2026-02-01T16:43:22Z</dcterms:modified>
</cp:coreProperties>
</file>