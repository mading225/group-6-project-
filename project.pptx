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74" r:id="rId6"/>
    <p:sldId id="260" r:id="rId7"/>
    <p:sldId id="263" r:id="rId8"/>
    <p:sldId id="261" r:id="rId9"/>
    <p:sldId id="265" r:id="rId10"/>
    <p:sldId id="264" r:id="rId11"/>
    <p:sldId id="266" r:id="rId12"/>
    <p:sldId id="275" r:id="rId13"/>
    <p:sldId id="276" r:id="rId14"/>
    <p:sldId id="277" r:id="rId15"/>
    <p:sldId id="278" r:id="rId16"/>
    <p:sldId id="279" r:id="rId17"/>
    <p:sldId id="269" r:id="rId18"/>
    <p:sldId id="267" r:id="rId19"/>
    <p:sldId id="268" r:id="rId20"/>
    <p:sldId id="270" r:id="rId21"/>
    <p:sldId id="271" r:id="rId22"/>
    <p:sldId id="273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historical movie data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DF4D1-39F4-1E63-28FA-7F0FAC2A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0F88-1783-EE4B-3BD8-84CFD1BF5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project aims to analyze historical movie data to identify patterns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be through the use of  box office performance and audience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ratings.</a:t>
            </a:r>
          </a:p>
        </p:txBody>
      </p:sp>
    </p:spTree>
    <p:extLst>
      <p:ext uri="{BB962C8B-B14F-4D97-AF65-F5344CB8AC3E}">
        <p14:creationId xmlns:p14="http://schemas.microsoft.com/office/powerpoint/2010/main" val="204529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dataset contains box office revenue data for movies.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IMDB data is stored in a SQLite database.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database contains multiple </a:t>
            </a:r>
            <a:r>
              <a:rPr lang="en-US" dirty="0" err="1"/>
              <a:t>tables;however</a:t>
            </a:r>
            <a:r>
              <a:rPr lang="en-US" dirty="0"/>
              <a:t> this analysis focuses on: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movie_basics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b)  </a:t>
            </a:r>
            <a:r>
              <a:rPr lang="en-US" dirty="0" err="1"/>
              <a:t>movie_ratings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/>
              <a:t> including popularity metrics and audience ratings.</a:t>
            </a:r>
          </a:p>
          <a:p>
            <a:r>
              <a:rPr lang="en-US" dirty="0"/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/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47AC8-37A2-0F24-3E47-FB34118D8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371" y="258581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919718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0AEE-1A6A-D4F8-A405-CDD8C255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7138C-9111-82AB-146F-408888EAA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null values were removed from the </a:t>
            </a:r>
            <a:r>
              <a:rPr lang="en-US" dirty="0" err="1"/>
              <a:t>movie_basics</a:t>
            </a:r>
            <a:r>
              <a:rPr lang="en-US" dirty="0"/>
              <a:t> dataset.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original_title</a:t>
            </a:r>
            <a:r>
              <a:rPr lang="en-US" dirty="0"/>
              <a:t> column was removed as it held no significance in </a:t>
            </a:r>
          </a:p>
          <a:p>
            <a:pPr marL="0" indent="0">
              <a:buNone/>
            </a:pPr>
            <a:r>
              <a:rPr lang="en-US" dirty="0"/>
              <a:t>the analysis.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dataset did not contain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86589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A54D-E863-63B7-F866-870CB75F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1F67B-6737-D5C8-BB13-F236F429C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</a:t>
            </a:r>
            <a:r>
              <a:rPr lang="en-US" dirty="0" err="1"/>
              <a:t>movie_ratings</a:t>
            </a:r>
            <a:r>
              <a:rPr lang="en-US" dirty="0"/>
              <a:t> dataset did not contain any null values.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movie_basics</a:t>
            </a:r>
            <a:r>
              <a:rPr lang="en-US" dirty="0"/>
              <a:t> and </a:t>
            </a:r>
            <a:r>
              <a:rPr lang="en-US" dirty="0" err="1"/>
              <a:t>movie_ratings</a:t>
            </a:r>
            <a:r>
              <a:rPr lang="en-US" dirty="0"/>
              <a:t> were merged using the common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column being </a:t>
            </a:r>
            <a:r>
              <a:rPr lang="en-US" i="1" dirty="0" err="1"/>
              <a:t>movie_id</a:t>
            </a:r>
            <a:r>
              <a:rPr lang="en-US" dirty="0"/>
              <a:t> which resulted in rows with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matching  </a:t>
            </a:r>
            <a:r>
              <a:rPr lang="en-US" i="1" dirty="0" err="1"/>
              <a:t>movie_id</a:t>
            </a:r>
            <a:r>
              <a:rPr lang="en-US" dirty="0"/>
              <a:t> to be chosen and resulted in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the </a:t>
            </a:r>
            <a:r>
              <a:rPr lang="en-US" dirty="0" err="1"/>
              <a:t>merged_imdb</a:t>
            </a:r>
            <a:r>
              <a:rPr lang="en-US" dirty="0"/>
              <a:t> dataset.</a:t>
            </a:r>
          </a:p>
        </p:txBody>
      </p:sp>
    </p:spTree>
    <p:extLst>
      <p:ext uri="{BB962C8B-B14F-4D97-AF65-F5344CB8AC3E}">
        <p14:creationId xmlns:p14="http://schemas.microsoft.com/office/powerpoint/2010/main" val="388476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F34CD-3A20-32DE-CD4A-2B4F440A1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C6E36-95BD-2E3E-B9E9-F3B04DFAE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null values were removed from the gross dataset.</a:t>
            </a:r>
          </a:p>
          <a:p>
            <a:endParaRPr lang="en-US" dirty="0"/>
          </a:p>
          <a:p>
            <a:r>
              <a:rPr lang="en-US" dirty="0"/>
              <a:t>The domestic and foreign gross columns were merged and dropped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 to form a </a:t>
            </a:r>
            <a:r>
              <a:rPr lang="en-US" i="1" dirty="0" err="1"/>
              <a:t>total_gross</a:t>
            </a:r>
            <a:r>
              <a:rPr lang="en-US" dirty="0"/>
              <a:t> column.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60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593-043A-3F2D-845B-C8E117D64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 (</a:t>
            </a: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TMDB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D96E7-463D-FD29-5D2B-5D6D38C05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TMDB dataset did not contain any null values.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IMDB and gross datasets were merged using the common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columns, title and year, found in both datasets.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title column of the TMDB dataset was also merged.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final merge resulted in 1424 rows and 9 handpicked columns.</a:t>
            </a:r>
          </a:p>
        </p:txBody>
      </p:sp>
    </p:spTree>
    <p:extLst>
      <p:ext uri="{BB962C8B-B14F-4D97-AF65-F5344CB8AC3E}">
        <p14:creationId xmlns:p14="http://schemas.microsoft.com/office/powerpoint/2010/main" val="2225214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1698</TotalTime>
  <Words>726</Words>
  <Application>Microsoft Office PowerPoint</Application>
  <PresentationFormat>Widescreen</PresentationFormat>
  <Paragraphs>119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Objectives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 DATA ANALYSIS</vt:lpstr>
      <vt:lpstr>Movie_basics dataset</vt:lpstr>
      <vt:lpstr>Movie_ratings dataset</vt:lpstr>
      <vt:lpstr>Box Office Mojo Dataset </vt:lpstr>
      <vt:lpstr>The Movie Database (TMDB) 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6</cp:revision>
  <dcterms:created xsi:type="dcterms:W3CDTF">2026-02-01T15:10:53Z</dcterms:created>
  <dcterms:modified xsi:type="dcterms:W3CDTF">2026-02-02T20:49:57Z</dcterms:modified>
</cp:coreProperties>
</file>